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2"/>
    <p:sldId id="274" r:id="rId3"/>
    <p:sldId id="275" r:id="rId4"/>
    <p:sldId id="276" r:id="rId5"/>
    <p:sldId id="277" r:id="rId6"/>
    <p:sldId id="27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22"/>
    <p:restoredTop sz="94679"/>
  </p:normalViewPr>
  <p:slideViewPr>
    <p:cSldViewPr snapToGrid="0" snapToObjects="1">
      <p:cViewPr varScale="1">
        <p:scale>
          <a:sx n="112" d="100"/>
          <a:sy n="112" d="100"/>
        </p:scale>
        <p:origin x="50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REFERENCE PPT — PLEASE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</a:defRPr>
            </a:pPr>
            <a:r>
              <a:t>The PPTs shown in the following slides are ONLY REFERENCE.</a:t>
            </a:r>
          </a:p>
          <a:p>
            <a:pPr algn="ctr">
              <a:defRPr sz="2000" b="1">
                <a:solidFill>
                  <a:srgbClr val="0F172A"/>
                </a:solidFill>
              </a:defRPr>
            </a:pPr>
            <a:r>
              <a:t>These are from a WINNING TEAM of Smart India Hackathon 2025.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788920"/>
            <a:ext cx="1014984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3017520"/>
            <a:ext cx="9601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EA580C"/>
                </a:solidFill>
              </a:defRPr>
            </a:pPr>
            <a:r>
              <a:t>DO NOT COPY IT DITTO.</a:t>
            </a:r>
          </a:p>
          <a:p>
            <a:pPr algn="ctr">
              <a:defRPr sz="1800" b="1">
                <a:solidFill>
                  <a:srgbClr val="1E293B"/>
                </a:solidFill>
              </a:defRPr>
            </a:pPr>
            <a:r>
              <a:t>You do NOT have to make your PPT exactly like this.</a:t>
            </a:r>
          </a:p>
          <a:p>
            <a:pPr algn="ctr">
              <a:defRPr sz="1700">
                <a:solidFill>
                  <a:srgbClr val="1E293B"/>
                </a:solidFill>
              </a:defRPr>
            </a:pPr>
            <a:r>
              <a:t>Understand the approach, then create it according to YOUR problem statement and YOUR solution.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663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6A34A"/>
                </a:solidFill>
              </a:defRPr>
            </a:pPr>
            <a:r>
              <a:t>Take the INSPIRATION → Build YOUR OWN STORY, DIAGRAMS &amp; CONTENT.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REFERENCE 1 — Cover / Problem Statement: how to introduce the problem statement, theme, category and team.</a:t>
            </a:r>
          </a:p>
        </p:txBody>
      </p:sp>
      <p:pic>
        <p:nvPicPr>
          <p:cNvPr id="4" name="Picture 3" descr="IMG_284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751" y="685800"/>
            <a:ext cx="10248192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REFERENCE 2 — Proposed Solution: problem → solution → key features → why the approach stands out.</a:t>
            </a:r>
          </a:p>
        </p:txBody>
      </p:sp>
      <p:pic>
        <p:nvPicPr>
          <p:cNvPr id="4" name="Picture 3" descr="IMG_284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518" y="685800"/>
            <a:ext cx="10246658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REFERENCE 3 — Technical Approach: how to draw a complete technical architecture with inputs, processing, hardware/software and outputs.</a:t>
            </a:r>
          </a:p>
        </p:txBody>
      </p:sp>
      <p:pic>
        <p:nvPicPr>
          <p:cNvPr id="4" name="Picture 3" descr="IMG_284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02" y="685800"/>
            <a:ext cx="10713290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REFERENCE 4 — Feasibility &amp; Viability: how to present technical, economic, operational, maintenance, safety and environmental feasibility.</a:t>
            </a:r>
          </a:p>
        </p:txBody>
      </p:sp>
      <p:pic>
        <p:nvPicPr>
          <p:cNvPr id="4" name="Picture 3" descr="IMG_284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33" y="685800"/>
            <a:ext cx="10574028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</a:defRPr>
            </a:pPr>
            <a:r>
              <a:t>REFERENCE 5 — Research &amp; References: how to show market/research evidence, TAM–SAM–SOM, references and useful links.</a:t>
            </a:r>
          </a:p>
        </p:txBody>
      </p:sp>
      <p:pic>
        <p:nvPicPr>
          <p:cNvPr id="4" name="Picture 3" descr="IMG_284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35" y="685800"/>
            <a:ext cx="10580823" cy="5806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188</Words>
  <Application>Microsoft Macintosh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v9474</cp:lastModifiedBy>
  <cp:revision>4</cp:revision>
  <dcterms:created xsi:type="dcterms:W3CDTF">2013-01-27T09:14:16Z</dcterms:created>
  <dcterms:modified xsi:type="dcterms:W3CDTF">2026-09-12T08:34:08Z</dcterms:modified>
  <cp:category/>
</cp:coreProperties>
</file>